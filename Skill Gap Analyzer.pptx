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9b67a839d_1_1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9b67a839d_1_1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b67a839d_1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b67a839d_1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b67a839d_1_1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b67a839d_1_1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9b67a839d_1_1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9b67a839d_1_1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9b67a839d_1_1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9b67a839d_1_1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b67a839d_1_1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9b67a839d_1_1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b67a839d_1_1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9b67a839d_1_1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b67a839d_1_1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9b67a839d_1_1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9b67a839d_1_1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9b67a839d_1_1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Gap Analyzer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Stack Development Laboratory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Problem Statement</a:t>
            </a:r>
            <a:r>
              <a:rPr lang="en"/>
              <a:t> 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Students lack clarity about required skills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Difficult to match current skills with industry needs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No simple tools for quick self-assessment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Objective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Analyze user skills effectively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Identify 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skill gaps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Provide a foundation for improvement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Build a scalable web application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Solution Overview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User logs into the system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Inputs their skills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Application processes the data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Displays missing or weak skills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Features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User authentication (login/logout)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Protected routes (restricted access)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Skill analysis module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Responsive user interface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System Architecture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Frontend: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 Interface (HTML, CSS, JavaScript)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(Extendable):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Handles logic &amp; authentication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(Future Scope):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Stores user data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Working Flow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1. 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User enters login credentials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2. System validates user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3. User accesses dashboard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4. Inputs skills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5. System analyzes and displays results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Key Concepts Used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Authentication (simulated)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Conditional logic (skill checking)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DOM manipulation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Protected routing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Future Enhancements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Backend using Node.js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Database integration (MongoDB/MySQL)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AI-based skill recommendations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Personalized user dashboard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Conclusion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Provides a simple solution for skill analysis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Demonstrates core full stack concepts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Can be expanded into a complete system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